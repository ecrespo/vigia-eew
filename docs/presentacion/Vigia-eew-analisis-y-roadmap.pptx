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2F4F7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F2F4F7"/>
                </a:solidFill>
                <a:latin typeface="Calibri"/>
              </a:rPr>
              <a:t>Cobertura de tests por área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Cobertura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2F4F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Dominio
(dedup, filtro)</c:v>
                  </c:pt>
                  <c:pt idx="1">
                    <c:v>Ingesta</c:v>
                  </c:pt>
                  <c:pt idx="2">
                    <c:v>Notificación</c:v>
                  </c:pt>
                  <c:pt idx="3">
                    <c:v>app.py</c:v>
                  </c:pt>
                  <c:pt idx="4">
                    <c:v>Ventana
alerta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88</c:v>
                </c:pt>
                <c:pt idx="2">
                  <c:v>90</c:v>
                </c:pt>
                <c:pt idx="3">
                  <c:v>64</c:v>
                </c:pt>
                <c:pt idx="4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2F4F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majorGridlines>
          <c:spPr>
            <a:ln w="12700" cap="flat">
              <a:solidFill>
                <a:srgbClr val="2C364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5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922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de cinco flujos de trabajo sobre el repositorio ecrespo/vigia-eew.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1325880"/>
            <a:ext cx="4206240" cy="4206240"/>
          </a:xfrm>
          <a:prstGeom prst="ellipse">
            <a:avLst/>
          </a:prstGeom>
          <a:solidFill>
            <a:srgbClr val="141922"/>
          </a:solidFill>
          <a:ln w="19050">
            <a:solidFill>
              <a:srgbClr val="2C36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43800" y="1828800"/>
            <a:ext cx="3200400" cy="3200400"/>
          </a:xfrm>
          <a:prstGeom prst="ellipse">
            <a:avLst/>
          </a:prstGeom>
          <a:solidFill>
            <a:srgbClr val="141922"/>
          </a:solidFill>
          <a:ln w="19050">
            <a:solidFill>
              <a:srgbClr val="2C36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2331720"/>
            <a:ext cx="2194560" cy="2194560"/>
          </a:xfrm>
          <a:prstGeom prst="ellipse">
            <a:avLst/>
          </a:prstGeom>
          <a:solidFill>
            <a:srgbClr val="141922"/>
          </a:solidFill>
          <a:ln w="19050">
            <a:solidFill>
              <a:srgbClr val="2C36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0"/>
            <a:ext cx="1371600" cy="1371600"/>
          </a:xfrm>
          <a:prstGeom prst="ellipse">
            <a:avLst/>
          </a:prstGeom>
          <a:solidFill>
            <a:srgbClr val="141922"/>
          </a:solidFill>
          <a:ln w="381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88552" y="3273552"/>
            <a:ext cx="310896" cy="31089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Vigía-eew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del repositorio, especificaciones y roadmap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escritorio de alerta sísmica · 4 redes · alerta imposible de ignorar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 agosto de 2026  ·  commit 535740c  ·  v0.6.0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flujos de trabajo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dejó artefactos versionados en el repositorio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2129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73936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682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de conocimiento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68249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lat.md · CodeGraph · Graphify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consultable, no redescubierto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2C3646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71576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624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inversa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62432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historias de usuario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casos de prueba trazados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21293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65760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código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35661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dimensiones con herramientas reales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hallazgos P1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2C364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59943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450799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arquitectura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63440" y="450799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+ historia git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ADRs propuestos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212936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54498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y roadmap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63440" y="544982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+ delta specs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funcionalidades evaluadas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capas de contexto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Instaladas y construidas con cero coste de tokens de LLM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02152" cy="3657600"/>
          </a:xfrm>
          <a:prstGeom prst="roundRect">
            <a:avLst>
              <a:gd name="adj" fmla="val 2089"/>
            </a:avLst>
          </a:prstGeom>
          <a:solidFill>
            <a:srgbClr val="212936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01952"/>
            <a:ext cx="384048" cy="38404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lat.md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archivos temáticos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backlinks en el código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porqué de cada decisión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mano · no versionada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25112" y="1645920"/>
            <a:ext cx="3502152" cy="3657600"/>
          </a:xfrm>
          <a:prstGeom prst="roundRect">
            <a:avLst>
              <a:gd name="adj" fmla="val 2089"/>
            </a:avLst>
          </a:prstGeom>
          <a:solidFill>
            <a:srgbClr val="212936"/>
          </a:solidFill>
          <a:ln/>
        </p:spPr>
      </p:sp>
      <p:sp>
        <p:nvSpPr>
          <p:cNvPr id="11" name="Shape 9"/>
          <p:cNvSpPr/>
          <p:nvPr/>
        </p:nvSpPr>
        <p:spPr>
          <a:xfrm>
            <a:off x="4581144" y="190195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81144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CodeGraph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81144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1.387 nodos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3.457 aristas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Llamadores, impacto, símbolos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81144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auto-mantiene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01584" y="1645920"/>
            <a:ext cx="3502152" cy="3657600"/>
          </a:xfrm>
          <a:prstGeom prst="roundRect">
            <a:avLst>
              <a:gd name="adj" fmla="val 2089"/>
            </a:avLst>
          </a:prstGeom>
          <a:solidFill>
            <a:srgbClr val="212936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1901952"/>
            <a:ext cx="384048" cy="38404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8878824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57616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Graphify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57616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1.517 nodos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comunidades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documentación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57616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auto-mantiene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 indexó código y documentación por AST: 0 tokens de entrada, 0 de salida.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los commits a las especificaciones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commits reconstruidos como historias de usuario trazables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129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4871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usuario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12936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24871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1293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275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24871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212936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2487168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64240" cy="2148840"/>
          </a:xfrm>
          <a:prstGeom prst="roundRect">
            <a:avLst>
              <a:gd name="adj" fmla="val 3404"/>
            </a:avLst>
          </a:prstGeom>
          <a:solidFill>
            <a:srgbClr val="2C364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que cambió el método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1148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clusterización automática agrupaba por directorio y metió las fases 1 a 6 en un solo bucket.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este repo commitea una fase completa por commit, así que el directorio dominante siempre es el mismo.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Re-clusterizado sobre el asunto del commit, la correspondencia es casi 1:1 entre commit y capacidad.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Auditoría de código y seguridad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dimensiones con herramientas ejecutadas de verdad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1293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75104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130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0,85 % duplicado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20440" y="1691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12936"/>
          </a:solidFill>
          <a:ln/>
        </p:spPr>
      </p:sp>
      <p:sp>
        <p:nvSpPr>
          <p:cNvPr id="9" name="Shape 7"/>
          <p:cNvSpPr/>
          <p:nvPr/>
        </p:nvSpPr>
        <p:spPr>
          <a:xfrm>
            <a:off x="3703320" y="1975104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0" y="1810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13055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SRP en ámbar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15768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12936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2999232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154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89 % cobertura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715768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12936"/>
          </a:solidFill>
          <a:ln/>
        </p:spPr>
      </p:sp>
      <p:sp>
        <p:nvSpPr>
          <p:cNvPr id="17" name="Shape 15"/>
          <p:cNvSpPr/>
          <p:nvPr/>
        </p:nvSpPr>
        <p:spPr>
          <a:xfrm>
            <a:off x="3703320" y="2999232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0" y="3154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marcador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39896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12936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4023360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3858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1788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medio/alto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3739896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12936"/>
          </a:solidFill>
          <a:ln/>
        </p:spPr>
      </p:sp>
      <p:sp>
        <p:nvSpPr>
          <p:cNvPr id="25" name="Shape 23"/>
          <p:cNvSpPr/>
          <p:nvPr/>
        </p:nvSpPr>
        <p:spPr>
          <a:xfrm>
            <a:off x="3703320" y="4023360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3858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0" y="417880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CVEs, sin lockfile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764024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12936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5047488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4882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43000" y="52029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en 48 commits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20440" y="4764024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212936"/>
          </a:solidFill>
          <a:ln/>
        </p:spPr>
      </p:sp>
      <p:sp>
        <p:nvSpPr>
          <p:cNvPr id="33" name="Shape 31"/>
          <p:cNvSpPr/>
          <p:nvPr/>
        </p:nvSpPr>
        <p:spPr>
          <a:xfrm>
            <a:off x="3703320" y="5047488"/>
            <a:ext cx="292608" cy="292608"/>
          </a:xfrm>
          <a:prstGeom prst="ellipse">
            <a:avLst/>
          </a:prstGeom>
          <a:solidFill>
            <a:srgbClr val="9AA5B4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0" y="48828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14800" y="52029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aplica</a:t>
            </a:r>
            <a:endParaRPr lang="en-US" sz="11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6583680" y="1691640"/>
          <a:ext cx="5029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hallazgos P1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P2, y ninguno es una vulnerabilidad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2C364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965960" y="18745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en 48 commits · CVEs en dependencias 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SAST de severidad media o alta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C3646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3328416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300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Lockfile sin versionar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330098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pip-audit limpio valida lo que resolvió esta máquina, no un conjunto fijado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04488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12936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4078224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sin marcador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405079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existen y son buenos, pero el tooling los cuenta como cero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54296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C3646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4828032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tests exigen display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4800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Contradice lo que documenta el repo; verificado con y sin xvfb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04104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212936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577840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1" name="Text 19"/>
          <p:cNvSpPr/>
          <p:nvPr/>
        </p:nvSpPr>
        <p:spPr>
          <a:xfrm>
            <a:off x="1234440" y="55504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concentra el cableado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0" y="5550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451 líneas, hotspot #1, segunda cobertura más baja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089904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Nueve reportes de herramienta se descartaron como falsos positivos, cada uno con su razón.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P1 de la arquitectura era falso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descartarlo fue el hallazgo más valioso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21293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reportó el script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dependencias entre el paquete raíz y sus cuatro subpaquetes. Severidad P1.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 en realidad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ciclos a nivel de archivo, verificado con Tarjan sobre el AST y corroborado por Graphify de forma independiente.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agrega por directorio; la carpeta raíz contiene el núcleo (que los hijos importan) y la composición (que importa a los hijos).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2C364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señalaba algo real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paquete raíz cumple dos roles opuestos: núcleo compartido y raíz de composición.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app.py es el hotspot #1 y ninguna herramienta puede expresar la arquitectura real.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ADR-019 mueve los nueve módulos del núcleo a core/ — la costura salió del grafo, no de una intuición.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éxito: ciclos 1→0, aristas 15→14.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arquitectura ya era la correcta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ADRs describían decisiones puntuales; ninguno nombraba el conjunto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21293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11096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Monolito modular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810512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proceso, módulos por responsabilidad, sin ciclos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2C3646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2935224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Pipes &amp; Filters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09160" y="28346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raw_queue es el pipe; normalizar → filtrar → deduplicar son los filters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21293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95935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6304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3858768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 inyectados; Tkinter y Textual son dos adaptadores reales del mismo puerto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64024"/>
            <a:ext cx="11064240" cy="896112"/>
          </a:xfrm>
          <a:prstGeom prst="roundRect">
            <a:avLst>
              <a:gd name="adj" fmla="val 8163"/>
            </a:avLst>
          </a:prstGeom>
          <a:solidFill>
            <a:srgbClr val="2C3646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98348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63040" y="48828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4882896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 hijos con backoff sin tumbar el proceso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81558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rechazó adoptar hexagonal completo: abstraería una infraestructura que no varía. Y ADR-008 (sin relay central) se ratifica: un relay convertiría N fallos independientes en un fallo total.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Constitución del proyecto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existían — dispersos en 18 ADRs y en la costumbre del autor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21293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1109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81051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alerta es imposible de descartar por accidente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2C3646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0" y="1911096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81051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la duda, no se suprime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24912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212936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944368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84378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fallo parcial tumba el proceso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724912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2C364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944368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284378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instante es UTC; la hora local solo al presentar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58184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212936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87705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dependencias fluyen al núcleo, y una regla lo verifica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3758184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2C364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39776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387705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efectos se inyectan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791456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212936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501091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417320" y="491032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credenciales, sin telemetría, una sola excepción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172200" y="4791456"/>
            <a:ext cx="5440680" cy="896112"/>
          </a:xfrm>
          <a:prstGeom prst="roundRect">
            <a:avLst>
              <a:gd name="adj" fmla="val 8163"/>
            </a:avLst>
          </a:prstGeom>
          <a:solidFill>
            <a:srgbClr val="2C3646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0" y="5010912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40880" y="491032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spec y la intención se actualizan con el trabajo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 es la asimetría que define el producto: una alerta perdida es un fallo de seguridad; una de más, una molestia.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dos funcionalidades solicitadas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especificadas como Delta Spec, con 10 requisitos en notación EARS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21293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48640" cy="54864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0200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 de configuración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RF-43 … RF-47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abre config.toml en un editor: hay que saber TOML y el error aparece al arrancar.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el mismo modelo del arranque; si falla, el archivo queda intacto.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quirúrgica: preserva los comentarios, que explican decisiones reales.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qué exige reinicio en vez de simular que se aplicó.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2C3646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redes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269480" y="2331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RF-48 … RF-52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83464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las 4 redes con cobertura y tipo de canal; hoy son invisibles fuera del TOML.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registrar redes FDSN adicionales por URL.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deja desactivar la última red: el agente quedaría ciego.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el disparador de ADR-016 y paga la deuda de unificar los pollers FDSN.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segunda funcionalidad paga deuda técnica en vez de acumularla: es la «tercera fuente FDSN» que ADR-016 fijó como condición para unificar.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hacen las herramientas comparables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sobre seis productos de alerta sísmica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68880" y="16459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bien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21293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8541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MyShake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468880" y="21854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 + escritorio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06240" y="218541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anticipada real vía ShakeAlert; el móvil como sismómetro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869680" y="2185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costa oeste de EE. UU.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770632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212936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98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LastQuake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28986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 (EMSC)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06240" y="2898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por picos de tráfico web; reportes ciudadanos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869680" y="2898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early warning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83864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21293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JQuake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468880" y="3611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062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en tiempo real; avisos de tsunami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869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Japón; EEW tras pago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197096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21293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3251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GlobalQuake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468880" y="432511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Escritorio, OSS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06240" y="432511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desde formas de onda (SeedLink) y emite sus alertas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69680" y="4325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archivado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910328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212936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038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OpenEEW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468880" y="50383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OSS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206240" y="50383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IoT de bajo coste por MQTT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869680" y="5038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desplegar hardware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2C3646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75157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Vigía-eew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2468880" y="57515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206240" y="57515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redes con dedup; cobertura de Venezuela; sin servidor ni cuenta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69680" y="5751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dice cuántos segundos faltan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8640" y="6062472"/>
            <a:ext cx="11064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más cubre Venezuela con FUNVISIS: es la ventaja defendible del proyecto.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 está en el «early»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funcionalidades cierran la distancia con ShakeAlert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2C364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«ha ocurrido un sismo M5,2 a 80 km»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874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«va a temblar así, en 18 segundos»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 y radio son un proxy grueso: un M6,0 a 200 km y un M4,2 a 15 km pueden sacudir igual en casa.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1293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918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7673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atrás hasta la sacudida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333756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Segundos hasta la onda S, desde distancia hipocentral y velocidad de propagación. Toda la información ya está en el modelo.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33272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1293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F-04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5184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intensidad esperada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47548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la intensidad de Mercalli en la ubicación del usuario. Modo opcional: cambiar el defecto alteraría en silencio qué se alerta.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332720" y="4983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de diseño: con fuentes de catálogo la cuenta atrás será a menudo negativa. Hay que decirlo, no ocultarlo.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hito mezcla guardarraíl con funcionalidad visible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12936"/>
          </a:solidFill>
          <a:ln/>
        </p:spPr>
      </p:sp>
      <p:sp>
        <p:nvSpPr>
          <p:cNvPr id="5" name="Shape 3"/>
          <p:cNvSpPr/>
          <p:nvPr/>
        </p:nvSpPr>
        <p:spPr>
          <a:xfrm>
            <a:off x="1618488" y="19202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Cimientos verificables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Lockfile · fronteras exigibles · tests headless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F-13 Simulacro programado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12936"/>
          </a:solidFill>
          <a:ln/>
        </p:spPr>
      </p:sp>
      <p:sp>
        <p:nvSpPr>
          <p:cNvPr id="10" name="Shape 8"/>
          <p:cNvSpPr/>
          <p:nvPr/>
        </p:nvSpPr>
        <p:spPr>
          <a:xfrm>
            <a:off x="4453128" y="19202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044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toma el control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7490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F-01 Panel de configuración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ADR-019 núcleo + extraer cableado de app.py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12936"/>
          </a:solidFill>
          <a:ln/>
        </p:spPr>
      </p:sp>
      <p:sp>
        <p:nvSpPr>
          <p:cNvPr id="15" name="Shape 13"/>
          <p:cNvSpPr/>
          <p:nvPr/>
        </p:nvSpPr>
        <p:spPr>
          <a:xfrm>
            <a:off x="7287768" y="1920240"/>
            <a:ext cx="457200" cy="457200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v0.9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a la carta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7490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F-02 Selección y registro de redes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ADR-024 Poller FDSN genérico (salda deuda)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C3646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22408" y="1920240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25146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189720" y="3017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notificador a alerta temprana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89720" y="374904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F-03 Cuenta atrás · F-04 Intensidad esperada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F-10 Historial local · F-12 Accesibilidad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1293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6235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comprometido: SeedLink (detección propia), tsunami, mapa, CAP y reportes ciudadanos — estos dos últimos exigirían reabrir ADR-008. Wayland no tiene fecha a propósito: es una decisión de plataforma, no una funcionalidad.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777240"/>
            <a:ext cx="2926080" cy="2926080"/>
          </a:xfrm>
          <a:prstGeom prst="ellipse">
            <a:avLst/>
          </a:prstGeom>
          <a:solidFill>
            <a:srgbClr val="212936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1508760"/>
            <a:ext cx="1463040" cy="1463040"/>
          </a:xfrm>
          <a:prstGeom prst="ellipse">
            <a:avLst/>
          </a:prstGeom>
          <a:solidFill>
            <a:srgbClr val="2C3646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2103120"/>
            <a:ext cx="274320" cy="2743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2C3646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56816"/>
            <a:ext cx="292608" cy="29260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7465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Evolucionar, no reconstruir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1122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absorbió dos fuentes y dos frontends sin deformarse. La v2 no está justificada.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212936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099816"/>
            <a:ext cx="292608" cy="292608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8895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se hace una cosa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2552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Fase 0 de arquitectura: tres horas que protegen la propiedad de la que depende el 89 % de cobertura.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2C3646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42816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0325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riesgo abierto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3982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Wayland. La promesa central del producto no está verificada en el escritorio Linux por defecto, y ADR-010 nunca se implementó.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8503920" cy="1005840"/>
          </a:xfrm>
          <a:prstGeom prst="roundRect">
            <a:avLst>
              <a:gd name="adj" fmla="val 7273"/>
            </a:avLst>
          </a:prstGeom>
          <a:solidFill>
            <a:srgbClr val="212936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5385816"/>
            <a:ext cx="292608" cy="292608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51755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lección más cara del historial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5541264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fixes de producción fueron de empaquetado. Un test de humo del artefacto en CI los habría cubierto todos.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062472"/>
            <a:ext cx="10972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Artefactos: specs/ · changes/ · docs/reverse-sdd/ · docs/code-audit/ · docs/arch-eval/ · docs/features/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Vigía-eew — Análisis, especificaciones y roadmap</dc:title>
  <dc:subject>PptxGenJS Presentation</dc:subject>
  <dc:creator>Vigía-eew</dc:creator>
  <cp:lastModifiedBy>Vigía-eew</cp:lastModifiedBy>
  <cp:revision>1</cp:revision>
  <dcterms:created xsi:type="dcterms:W3CDTF">2026-08-17T00:25:44Z</dcterms:created>
  <dcterms:modified xsi:type="dcterms:W3CDTF">2026-08-17T00:25:44Z</dcterms:modified>
</cp:coreProperties>
</file>